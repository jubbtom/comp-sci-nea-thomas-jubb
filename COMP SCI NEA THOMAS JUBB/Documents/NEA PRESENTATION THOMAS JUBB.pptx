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1" r:id="rId4"/>
    <p:sldId id="262" r:id="rId5"/>
    <p:sldId id="264" r:id="rId6"/>
    <p:sldId id="265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E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78A266-45E2-4758-87B1-9A1DBC441FEE}" v="73" dt="2025-06-12T12:16:3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4" autoAdjust="0"/>
  </p:normalViewPr>
  <p:slideViewPr>
    <p:cSldViewPr>
      <p:cViewPr varScale="1">
        <p:scale>
          <a:sx n="111" d="100"/>
          <a:sy n="111" d="100"/>
        </p:scale>
        <p:origin x="59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18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Jubb (Student)" userId="6178b7be-c2a7-4e8a-92aa-f721d397835c" providerId="ADAL" clId="{542E20D0-206E-4FD8-939B-C43C58764FA7}"/>
    <pc:docChg chg="modSld">
      <pc:chgData name="Thomas Jubb (Student)" userId="6178b7be-c2a7-4e8a-92aa-f721d397835c" providerId="ADAL" clId="{542E20D0-206E-4FD8-939B-C43C58764FA7}" dt="2025-06-10T13:57:57.930" v="15" actId="767"/>
      <pc:docMkLst>
        <pc:docMk/>
      </pc:docMkLst>
      <pc:sldChg chg="addSp delSp modSp">
        <pc:chgData name="Thomas Jubb (Student)" userId="6178b7be-c2a7-4e8a-92aa-f721d397835c" providerId="ADAL" clId="{542E20D0-206E-4FD8-939B-C43C58764FA7}" dt="2025-06-10T13:57:57.930" v="15" actId="767"/>
        <pc:sldMkLst>
          <pc:docMk/>
          <pc:sldMk cId="2716026022" sldId="259"/>
        </pc:sldMkLst>
        <pc:spChg chg="add mod">
          <ac:chgData name="Thomas Jubb (Student)" userId="6178b7be-c2a7-4e8a-92aa-f721d397835c" providerId="ADAL" clId="{542E20D0-206E-4FD8-939B-C43C58764FA7}" dt="2025-06-10T13:57:57.930" v="15" actId="767"/>
          <ac:spMkLst>
            <pc:docMk/>
            <pc:sldMk cId="2716026022" sldId="259"/>
            <ac:spMk id="7" creationId="{4D4BA1B0-154D-F513-496D-E13A368DE27E}"/>
          </ac:spMkLst>
        </pc:spChg>
      </pc:sldChg>
      <pc:sldChg chg="modSp">
        <pc:chgData name="Thomas Jubb (Student)" userId="6178b7be-c2a7-4e8a-92aa-f721d397835c" providerId="ADAL" clId="{542E20D0-206E-4FD8-939B-C43C58764FA7}" dt="2025-06-10T13:55:21.932" v="11"/>
        <pc:sldMkLst>
          <pc:docMk/>
          <pc:sldMk cId="2951833002" sldId="259"/>
        </pc:sldMkLst>
      </pc:sldChg>
    </pc:docChg>
  </pc:docChgLst>
  <pc:docChgLst>
    <pc:chgData name="Thomas Jubb (Student)" userId="6178b7be-c2a7-4e8a-92aa-f721d397835c" providerId="ADAL" clId="{3878A266-45E2-4758-87B1-9A1DBC441FEE}"/>
    <pc:docChg chg="undo custSel addSld delSld modSld sldOrd">
      <pc:chgData name="Thomas Jubb (Student)" userId="6178b7be-c2a7-4e8a-92aa-f721d397835c" providerId="ADAL" clId="{3878A266-45E2-4758-87B1-9A1DBC441FEE}" dt="2025-06-12T12:19:44.091" v="1395" actId="14100"/>
      <pc:docMkLst>
        <pc:docMk/>
      </pc:docMkLst>
      <pc:sldChg chg="addSp delSp modSp mod">
        <pc:chgData name="Thomas Jubb (Student)" userId="6178b7be-c2a7-4e8a-92aa-f721d397835c" providerId="ADAL" clId="{3878A266-45E2-4758-87B1-9A1DBC441FEE}" dt="2025-06-12T11:07:36.944" v="1328" actId="1076"/>
        <pc:sldMkLst>
          <pc:docMk/>
          <pc:sldMk cId="4182405369" sldId="256"/>
        </pc:sldMkLst>
        <pc:spChg chg="mod">
          <ac:chgData name="Thomas Jubb (Student)" userId="6178b7be-c2a7-4e8a-92aa-f721d397835c" providerId="ADAL" clId="{3878A266-45E2-4758-87B1-9A1DBC441FEE}" dt="2025-06-10T11:03:22.015" v="26" actId="20577"/>
          <ac:spMkLst>
            <pc:docMk/>
            <pc:sldMk cId="4182405369" sldId="256"/>
            <ac:spMk id="6" creationId="{19AB89D0-8562-49A8-BAFA-01679A4CC96E}"/>
          </ac:spMkLst>
        </pc:spChg>
        <pc:spChg chg="mod">
          <ac:chgData name="Thomas Jubb (Student)" userId="6178b7be-c2a7-4e8a-92aa-f721d397835c" providerId="ADAL" clId="{3878A266-45E2-4758-87B1-9A1DBC441FEE}" dt="2025-06-10T11:03:16.110" v="10" actId="20577"/>
          <ac:spMkLst>
            <pc:docMk/>
            <pc:sldMk cId="4182405369" sldId="256"/>
            <ac:spMk id="23" creationId="{F43A3CE6-1060-4EEC-AB5A-19160A9BEE3E}"/>
          </ac:spMkLst>
        </pc:spChg>
        <pc:graphicFrameChg chg="del">
          <ac:chgData name="Thomas Jubb (Student)" userId="6178b7be-c2a7-4e8a-92aa-f721d397835c" providerId="ADAL" clId="{3878A266-45E2-4758-87B1-9A1DBC441FEE}" dt="2025-06-11T08:33:38.237" v="1123" actId="478"/>
          <ac:graphicFrameMkLst>
            <pc:docMk/>
            <pc:sldMk cId="4182405369" sldId="256"/>
            <ac:graphicFrameMk id="3" creationId="{0A2740D6-2EDB-48DF-B010-B8F6C6DD3054}"/>
          </ac:graphicFrameMkLst>
        </pc:graphicFrameChg>
        <pc:picChg chg="add mod">
          <ac:chgData name="Thomas Jubb (Student)" userId="6178b7be-c2a7-4e8a-92aa-f721d397835c" providerId="ADAL" clId="{3878A266-45E2-4758-87B1-9A1DBC441FEE}" dt="2025-06-12T11:07:36.944" v="1328" actId="1076"/>
          <ac:picMkLst>
            <pc:docMk/>
            <pc:sldMk cId="4182405369" sldId="256"/>
            <ac:picMk id="1026" creationId="{DF3B8899-350B-C168-C7B1-BF51A4ED73DA}"/>
          </ac:picMkLst>
        </pc:picChg>
        <pc:picChg chg="add del mod">
          <ac:chgData name="Thomas Jubb (Student)" userId="6178b7be-c2a7-4e8a-92aa-f721d397835c" providerId="ADAL" clId="{3878A266-45E2-4758-87B1-9A1DBC441FEE}" dt="2025-06-12T11:05:53.391" v="1326" actId="478"/>
          <ac:picMkLst>
            <pc:docMk/>
            <pc:sldMk cId="4182405369" sldId="256"/>
            <ac:picMk id="2050" creationId="{78EBBC8E-9775-8F11-614A-E3911D7A862F}"/>
          </ac:picMkLst>
        </pc:picChg>
      </pc:sldChg>
      <pc:sldChg chg="addSp delSp modSp mod">
        <pc:chgData name="Thomas Jubb (Student)" userId="6178b7be-c2a7-4e8a-92aa-f721d397835c" providerId="ADAL" clId="{3878A266-45E2-4758-87B1-9A1DBC441FEE}" dt="2025-06-12T12:16:43.646" v="1376" actId="1076"/>
        <pc:sldMkLst>
          <pc:docMk/>
          <pc:sldMk cId="887593522" sldId="257"/>
        </pc:sldMkLst>
        <pc:spChg chg="mod">
          <ac:chgData name="Thomas Jubb (Student)" userId="6178b7be-c2a7-4e8a-92aa-f721d397835c" providerId="ADAL" clId="{3878A266-45E2-4758-87B1-9A1DBC441FEE}" dt="2025-06-12T11:42:03.330" v="1364" actId="1076"/>
          <ac:spMkLst>
            <pc:docMk/>
            <pc:sldMk cId="887593522" sldId="257"/>
            <ac:spMk id="3" creationId="{929EA470-9264-443A-A06E-FDFF0B05DEDC}"/>
          </ac:spMkLst>
        </pc:spChg>
        <pc:spChg chg="mod">
          <ac:chgData name="Thomas Jubb (Student)" userId="6178b7be-c2a7-4e8a-92aa-f721d397835c" providerId="ADAL" clId="{3878A266-45E2-4758-87B1-9A1DBC441FEE}" dt="2025-06-12T12:16:37.377" v="1372" actId="688"/>
          <ac:spMkLst>
            <pc:docMk/>
            <pc:sldMk cId="887593522" sldId="257"/>
            <ac:spMk id="6" creationId="{9BE696AB-88A2-44DD-A501-53A9C037D056}"/>
          </ac:spMkLst>
        </pc:spChg>
        <pc:spChg chg="mod">
          <ac:chgData name="Thomas Jubb (Student)" userId="6178b7be-c2a7-4e8a-92aa-f721d397835c" providerId="ADAL" clId="{3878A266-45E2-4758-87B1-9A1DBC441FEE}" dt="2025-06-11T08:40:04.521" v="1284" actId="1076"/>
          <ac:spMkLst>
            <pc:docMk/>
            <pc:sldMk cId="887593522" sldId="257"/>
            <ac:spMk id="14" creationId="{B0035708-F243-4220-829E-410C6EF1FB6A}"/>
          </ac:spMkLst>
        </pc:spChg>
        <pc:spChg chg="mod">
          <ac:chgData name="Thomas Jubb (Student)" userId="6178b7be-c2a7-4e8a-92aa-f721d397835c" providerId="ADAL" clId="{3878A266-45E2-4758-87B1-9A1DBC441FEE}" dt="2025-06-11T08:40:13.675" v="1285" actId="255"/>
          <ac:spMkLst>
            <pc:docMk/>
            <pc:sldMk cId="887593522" sldId="257"/>
            <ac:spMk id="15" creationId="{0337D7D5-6958-4BAB-A4C4-0671891AEF10}"/>
          </ac:spMkLst>
        </pc:spChg>
        <pc:graphicFrameChg chg="del mod modGraphic">
          <ac:chgData name="Thomas Jubb (Student)" userId="6178b7be-c2a7-4e8a-92aa-f721d397835c" providerId="ADAL" clId="{3878A266-45E2-4758-87B1-9A1DBC441FEE}" dt="2025-06-11T08:33:40.917" v="1124" actId="478"/>
          <ac:graphicFrameMkLst>
            <pc:docMk/>
            <pc:sldMk cId="887593522" sldId="257"/>
            <ac:graphicFrameMk id="4" creationId="{096E169A-CBE2-4838-8681-641781551CF3}"/>
          </ac:graphicFrameMkLst>
        </pc:graphicFrameChg>
        <pc:picChg chg="add mod">
          <ac:chgData name="Thomas Jubb (Student)" userId="6178b7be-c2a7-4e8a-92aa-f721d397835c" providerId="ADAL" clId="{3878A266-45E2-4758-87B1-9A1DBC441FEE}" dt="2025-06-12T12:16:40.855" v="1375" actId="1076"/>
          <ac:picMkLst>
            <pc:docMk/>
            <pc:sldMk cId="887593522" sldId="257"/>
            <ac:picMk id="4" creationId="{45A3F267-590D-D723-66FA-25D661920FCB}"/>
          </ac:picMkLst>
        </pc:picChg>
        <pc:picChg chg="add mod">
          <ac:chgData name="Thomas Jubb (Student)" userId="6178b7be-c2a7-4e8a-92aa-f721d397835c" providerId="ADAL" clId="{3878A266-45E2-4758-87B1-9A1DBC441FEE}" dt="2025-06-12T12:16:43.646" v="1376" actId="1076"/>
          <ac:picMkLst>
            <pc:docMk/>
            <pc:sldMk cId="887593522" sldId="257"/>
            <ac:picMk id="7" creationId="{3C89E3CE-18E8-EC48-E5B6-4ED7D189F6E5}"/>
          </ac:picMkLst>
        </pc:picChg>
        <pc:picChg chg="add mod">
          <ac:chgData name="Thomas Jubb (Student)" userId="6178b7be-c2a7-4e8a-92aa-f721d397835c" providerId="ADAL" clId="{3878A266-45E2-4758-87B1-9A1DBC441FEE}" dt="2025-06-12T12:16:38.927" v="1374" actId="1076"/>
          <ac:picMkLst>
            <pc:docMk/>
            <pc:sldMk cId="887593522" sldId="257"/>
            <ac:picMk id="1026" creationId="{DFCDC70C-2521-8F40-84AE-FA2A34743BC6}"/>
          </ac:picMkLst>
        </pc:picChg>
        <pc:picChg chg="add del mod">
          <ac:chgData name="Thomas Jubb (Student)" userId="6178b7be-c2a7-4e8a-92aa-f721d397835c" providerId="ADAL" clId="{3878A266-45E2-4758-87B1-9A1DBC441FEE}" dt="2025-06-11T08:33:43.518" v="1126" actId="478"/>
          <ac:picMkLst>
            <pc:docMk/>
            <pc:sldMk cId="887593522" sldId="257"/>
            <ac:picMk id="2050" creationId="{70E9DAE2-3D86-1A68-D73F-2A3F2E035EE8}"/>
          </ac:picMkLst>
        </pc:picChg>
        <pc:picChg chg="add del mod">
          <ac:chgData name="Thomas Jubb (Student)" userId="6178b7be-c2a7-4e8a-92aa-f721d397835c" providerId="ADAL" clId="{3878A266-45E2-4758-87B1-9A1DBC441FEE}" dt="2025-06-11T08:33:42.908" v="1125" actId="478"/>
          <ac:picMkLst>
            <pc:docMk/>
            <pc:sldMk cId="887593522" sldId="257"/>
            <ac:picMk id="2052" creationId="{E509BF76-45C1-5880-0BDA-FAD845A2CD9B}"/>
          </ac:picMkLst>
        </pc:picChg>
      </pc:sldChg>
      <pc:sldChg chg="addSp delSp modSp del mod">
        <pc:chgData name="Thomas Jubb (Student)" userId="6178b7be-c2a7-4e8a-92aa-f721d397835c" providerId="ADAL" clId="{3878A266-45E2-4758-87B1-9A1DBC441FEE}" dt="2025-06-11T08:39:30.461" v="1280" actId="2696"/>
        <pc:sldMkLst>
          <pc:docMk/>
          <pc:sldMk cId="2294964877" sldId="258"/>
        </pc:sldMkLst>
        <pc:spChg chg="mod">
          <ac:chgData name="Thomas Jubb (Student)" userId="6178b7be-c2a7-4e8a-92aa-f721d397835c" providerId="ADAL" clId="{3878A266-45E2-4758-87B1-9A1DBC441FEE}" dt="2025-06-11T08:35:31.414" v="1153" actId="1076"/>
          <ac:spMkLst>
            <pc:docMk/>
            <pc:sldMk cId="2294964877" sldId="258"/>
            <ac:spMk id="6" creationId="{E39AB279-ED9D-4EF8-878A-34B9B797AF57}"/>
          </ac:spMkLst>
        </pc:spChg>
        <pc:graphicFrameChg chg="del">
          <ac:chgData name="Thomas Jubb (Student)" userId="6178b7be-c2a7-4e8a-92aa-f721d397835c" providerId="ADAL" clId="{3878A266-45E2-4758-87B1-9A1DBC441FEE}" dt="2025-06-11T08:34:02.843" v="1128" actId="478"/>
          <ac:graphicFrameMkLst>
            <pc:docMk/>
            <pc:sldMk cId="2294964877" sldId="258"/>
            <ac:graphicFrameMk id="4" creationId="{5CAA9EBA-AB27-4BD8-9C7C-889627CA4D36}"/>
          </ac:graphicFrameMkLst>
        </pc:graphicFrameChg>
        <pc:picChg chg="add del mod">
          <ac:chgData name="Thomas Jubb (Student)" userId="6178b7be-c2a7-4e8a-92aa-f721d397835c" providerId="ADAL" clId="{3878A266-45E2-4758-87B1-9A1DBC441FEE}" dt="2025-06-11T08:11:34.640" v="1038" actId="478"/>
          <ac:picMkLst>
            <pc:docMk/>
            <pc:sldMk cId="2294964877" sldId="258"/>
            <ac:picMk id="1026" creationId="{851E2F43-05E5-6187-C895-E9C3F4D0AC9C}"/>
          </ac:picMkLst>
        </pc:picChg>
        <pc:picChg chg="add del mod">
          <ac:chgData name="Thomas Jubb (Student)" userId="6178b7be-c2a7-4e8a-92aa-f721d397835c" providerId="ADAL" clId="{3878A266-45E2-4758-87B1-9A1DBC441FEE}" dt="2025-06-11T08:12:58.460" v="1049" actId="478"/>
          <ac:picMkLst>
            <pc:docMk/>
            <pc:sldMk cId="2294964877" sldId="258"/>
            <ac:picMk id="1028" creationId="{3795DDA7-97D4-70C6-F24A-97D1D413188B}"/>
          </ac:picMkLst>
        </pc:picChg>
        <pc:picChg chg="add del mod">
          <ac:chgData name="Thomas Jubb (Student)" userId="6178b7be-c2a7-4e8a-92aa-f721d397835c" providerId="ADAL" clId="{3878A266-45E2-4758-87B1-9A1DBC441FEE}" dt="2025-06-11T08:34:03.988" v="1129" actId="478"/>
          <ac:picMkLst>
            <pc:docMk/>
            <pc:sldMk cId="2294964877" sldId="258"/>
            <ac:picMk id="1030" creationId="{27BCFAE1-B82E-A2E6-3767-4B5595B5F881}"/>
          </ac:picMkLst>
        </pc:picChg>
        <pc:picChg chg="add del mod">
          <ac:chgData name="Thomas Jubb (Student)" userId="6178b7be-c2a7-4e8a-92aa-f721d397835c" providerId="ADAL" clId="{3878A266-45E2-4758-87B1-9A1DBC441FEE}" dt="2025-06-11T08:34:04.974" v="1130" actId="478"/>
          <ac:picMkLst>
            <pc:docMk/>
            <pc:sldMk cId="2294964877" sldId="258"/>
            <ac:picMk id="1032" creationId="{0C50D267-4E35-0019-5C01-807B81EE848B}"/>
          </ac:picMkLst>
        </pc:picChg>
      </pc:sldChg>
      <pc:sldChg chg="addSp delSp modSp mod">
        <pc:chgData name="Thomas Jubb (Student)" userId="6178b7be-c2a7-4e8a-92aa-f721d397835c" providerId="ADAL" clId="{3878A266-45E2-4758-87B1-9A1DBC441FEE}" dt="2025-06-12T12:01:38.893" v="1368" actId="20577"/>
        <pc:sldMkLst>
          <pc:docMk/>
          <pc:sldMk cId="2716026022" sldId="259"/>
        </pc:sldMkLst>
        <pc:spChg chg="add del mod">
          <ac:chgData name="Thomas Jubb (Student)" userId="6178b7be-c2a7-4e8a-92aa-f721d397835c" providerId="ADAL" clId="{3878A266-45E2-4758-87B1-9A1DBC441FEE}" dt="2025-06-11T08:35:13.937" v="1149" actId="478"/>
          <ac:spMkLst>
            <pc:docMk/>
            <pc:sldMk cId="2716026022" sldId="259"/>
            <ac:spMk id="4" creationId="{AB761DF5-03D6-D70C-B9CF-85FF4E17BCC1}"/>
          </ac:spMkLst>
        </pc:spChg>
        <pc:spChg chg="mod">
          <ac:chgData name="Thomas Jubb (Student)" userId="6178b7be-c2a7-4e8a-92aa-f721d397835c" providerId="ADAL" clId="{3878A266-45E2-4758-87B1-9A1DBC441FEE}" dt="2025-06-12T12:01:38.893" v="1368" actId="20577"/>
          <ac:spMkLst>
            <pc:docMk/>
            <pc:sldMk cId="2716026022" sldId="259"/>
            <ac:spMk id="7" creationId="{4D4BA1B0-154D-F513-496D-E13A368DE27E}"/>
          </ac:spMkLst>
        </pc:spChg>
        <pc:picChg chg="del">
          <ac:chgData name="Thomas Jubb (Student)" userId="6178b7be-c2a7-4e8a-92aa-f721d397835c" providerId="ADAL" clId="{3878A266-45E2-4758-87B1-9A1DBC441FEE}" dt="2025-06-11T08:35:06.589" v="1147" actId="478"/>
          <ac:picMkLst>
            <pc:docMk/>
            <pc:sldMk cId="2716026022" sldId="259"/>
            <ac:picMk id="5" creationId="{CFB1CAE6-E947-D1E2-88BC-313BF6967022}"/>
          </ac:picMkLst>
        </pc:picChg>
      </pc:sldChg>
      <pc:sldChg chg="modSp new mod">
        <pc:chgData name="Thomas Jubb (Student)" userId="6178b7be-c2a7-4e8a-92aa-f721d397835c" providerId="ADAL" clId="{3878A266-45E2-4758-87B1-9A1DBC441FEE}" dt="2025-06-11T08:27:02.145" v="1095" actId="255"/>
        <pc:sldMkLst>
          <pc:docMk/>
          <pc:sldMk cId="2117166371" sldId="260"/>
        </pc:sldMkLst>
        <pc:spChg chg="mod">
          <ac:chgData name="Thomas Jubb (Student)" userId="6178b7be-c2a7-4e8a-92aa-f721d397835c" providerId="ADAL" clId="{3878A266-45E2-4758-87B1-9A1DBC441FEE}" dt="2025-06-11T08:27:02.145" v="1095" actId="255"/>
          <ac:spMkLst>
            <pc:docMk/>
            <pc:sldMk cId="2117166371" sldId="260"/>
            <ac:spMk id="2" creationId="{086FAF99-A169-81F3-97FD-AD5993300B91}"/>
          </ac:spMkLst>
        </pc:spChg>
      </pc:sldChg>
      <pc:sldChg chg="addSp delSp modSp add mod">
        <pc:chgData name="Thomas Jubb (Student)" userId="6178b7be-c2a7-4e8a-92aa-f721d397835c" providerId="ADAL" clId="{3878A266-45E2-4758-87B1-9A1DBC441FEE}" dt="2025-06-12T12:18:47.949" v="1383" actId="1076"/>
        <pc:sldMkLst>
          <pc:docMk/>
          <pc:sldMk cId="1411499029" sldId="261"/>
        </pc:sldMkLst>
        <pc:spChg chg="mod">
          <ac:chgData name="Thomas Jubb (Student)" userId="6178b7be-c2a7-4e8a-92aa-f721d397835c" providerId="ADAL" clId="{3878A266-45E2-4758-87B1-9A1DBC441FEE}" dt="2025-06-11T08:34:10.822" v="1131" actId="1076"/>
          <ac:spMkLst>
            <pc:docMk/>
            <pc:sldMk cId="1411499029" sldId="261"/>
            <ac:spMk id="3" creationId="{FEDA7CF1-E455-3623-F83C-4568C8F262F1}"/>
          </ac:spMkLst>
        </pc:spChg>
        <pc:spChg chg="mod">
          <ac:chgData name="Thomas Jubb (Student)" userId="6178b7be-c2a7-4e8a-92aa-f721d397835c" providerId="ADAL" clId="{3878A266-45E2-4758-87B1-9A1DBC441FEE}" dt="2025-06-11T08:34:22.236" v="1134" actId="14100"/>
          <ac:spMkLst>
            <pc:docMk/>
            <pc:sldMk cId="1411499029" sldId="261"/>
            <ac:spMk id="6" creationId="{013CE66A-07E8-BBCB-52A7-E9F4D8C59D45}"/>
          </ac:spMkLst>
        </pc:spChg>
        <pc:graphicFrameChg chg="del">
          <ac:chgData name="Thomas Jubb (Student)" userId="6178b7be-c2a7-4e8a-92aa-f721d397835c" providerId="ADAL" clId="{3878A266-45E2-4758-87B1-9A1DBC441FEE}" dt="2025-06-11T08:33:27.358" v="1120" actId="478"/>
          <ac:graphicFrameMkLst>
            <pc:docMk/>
            <pc:sldMk cId="1411499029" sldId="261"/>
            <ac:graphicFrameMk id="4" creationId="{CA748333-DB41-DC9E-41D7-88424D288BE7}"/>
          </ac:graphicFrameMkLst>
        </pc:graphicFrameChg>
        <pc:picChg chg="add mod">
          <ac:chgData name="Thomas Jubb (Student)" userId="6178b7be-c2a7-4e8a-92aa-f721d397835c" providerId="ADAL" clId="{3878A266-45E2-4758-87B1-9A1DBC441FEE}" dt="2025-06-12T12:18:47.949" v="1383" actId="1076"/>
          <ac:picMkLst>
            <pc:docMk/>
            <pc:sldMk cId="1411499029" sldId="261"/>
            <ac:picMk id="4" creationId="{BD9F2BBA-EB95-2829-0F9D-BB53DF10FB00}"/>
          </ac:picMkLst>
        </pc:picChg>
        <pc:picChg chg="add mod">
          <ac:chgData name="Thomas Jubb (Student)" userId="6178b7be-c2a7-4e8a-92aa-f721d397835c" providerId="ADAL" clId="{3878A266-45E2-4758-87B1-9A1DBC441FEE}" dt="2025-06-12T12:17:42.237" v="1378" actId="1076"/>
          <ac:picMkLst>
            <pc:docMk/>
            <pc:sldMk cId="1411499029" sldId="261"/>
            <ac:picMk id="5" creationId="{DD0DF4FA-632D-F235-D231-6CD4EDA3C457}"/>
          </ac:picMkLst>
        </pc:picChg>
        <pc:picChg chg="del">
          <ac:chgData name="Thomas Jubb (Student)" userId="6178b7be-c2a7-4e8a-92aa-f721d397835c" providerId="ADAL" clId="{3878A266-45E2-4758-87B1-9A1DBC441FEE}" dt="2025-06-11T08:33:31.766" v="1122" actId="478"/>
          <ac:picMkLst>
            <pc:docMk/>
            <pc:sldMk cId="1411499029" sldId="261"/>
            <ac:picMk id="1030" creationId="{23124D06-A2D7-E900-CEFD-1AE847898D09}"/>
          </ac:picMkLst>
        </pc:picChg>
        <pc:picChg chg="del">
          <ac:chgData name="Thomas Jubb (Student)" userId="6178b7be-c2a7-4e8a-92aa-f721d397835c" providerId="ADAL" clId="{3878A266-45E2-4758-87B1-9A1DBC441FEE}" dt="2025-06-11T08:33:30.170" v="1121" actId="478"/>
          <ac:picMkLst>
            <pc:docMk/>
            <pc:sldMk cId="1411499029" sldId="261"/>
            <ac:picMk id="1032" creationId="{4F1B4631-FCFF-BB67-0F94-60DA77127F89}"/>
          </ac:picMkLst>
        </pc:picChg>
      </pc:sldChg>
      <pc:sldChg chg="addSp delSp modSp add mod">
        <pc:chgData name="Thomas Jubb (Student)" userId="6178b7be-c2a7-4e8a-92aa-f721d397835c" providerId="ADAL" clId="{3878A266-45E2-4758-87B1-9A1DBC441FEE}" dt="2025-06-11T08:41:36.083" v="1293" actId="1076"/>
        <pc:sldMkLst>
          <pc:docMk/>
          <pc:sldMk cId="4225838086" sldId="262"/>
        </pc:sldMkLst>
        <pc:spChg chg="mod">
          <ac:chgData name="Thomas Jubb (Student)" userId="6178b7be-c2a7-4e8a-92aa-f721d397835c" providerId="ADAL" clId="{3878A266-45E2-4758-87B1-9A1DBC441FEE}" dt="2025-06-11T08:34:57.056" v="1146" actId="255"/>
          <ac:spMkLst>
            <pc:docMk/>
            <pc:sldMk cId="4225838086" sldId="262"/>
            <ac:spMk id="6" creationId="{8374E044-E317-81F0-4007-3440FCB74135}"/>
          </ac:spMkLst>
        </pc:spChg>
        <pc:graphicFrameChg chg="del">
          <ac:chgData name="Thomas Jubb (Student)" userId="6178b7be-c2a7-4e8a-92aa-f721d397835c" providerId="ADAL" clId="{3878A266-45E2-4758-87B1-9A1DBC441FEE}" dt="2025-06-11T08:34:33.704" v="1138" actId="478"/>
          <ac:graphicFrameMkLst>
            <pc:docMk/>
            <pc:sldMk cId="4225838086" sldId="262"/>
            <ac:graphicFrameMk id="4" creationId="{7F0246CB-4206-08C9-C98B-365F11E3070E}"/>
          </ac:graphicFrameMkLst>
        </pc:graphicFrameChg>
        <pc:picChg chg="del">
          <ac:chgData name="Thomas Jubb (Student)" userId="6178b7be-c2a7-4e8a-92aa-f721d397835c" providerId="ADAL" clId="{3878A266-45E2-4758-87B1-9A1DBC441FEE}" dt="2025-06-11T08:32:21.687" v="1115" actId="478"/>
          <ac:picMkLst>
            <pc:docMk/>
            <pc:sldMk cId="4225838086" sldId="262"/>
            <ac:picMk id="5" creationId="{5814E1B7-4A48-99F0-7166-201D014A2F40}"/>
          </ac:picMkLst>
        </pc:picChg>
        <pc:picChg chg="add mod">
          <ac:chgData name="Thomas Jubb (Student)" userId="6178b7be-c2a7-4e8a-92aa-f721d397835c" providerId="ADAL" clId="{3878A266-45E2-4758-87B1-9A1DBC441FEE}" dt="2025-06-11T08:41:24.422" v="1292" actId="1076"/>
          <ac:picMkLst>
            <pc:docMk/>
            <pc:sldMk cId="4225838086" sldId="262"/>
            <ac:picMk id="7" creationId="{1169DBD6-4180-48A6-B24A-3650D8EF2BA7}"/>
          </ac:picMkLst>
        </pc:picChg>
        <pc:picChg chg="add mod">
          <ac:chgData name="Thomas Jubb (Student)" userId="6178b7be-c2a7-4e8a-92aa-f721d397835c" providerId="ADAL" clId="{3878A266-45E2-4758-87B1-9A1DBC441FEE}" dt="2025-06-11T08:41:36.083" v="1293" actId="1076"/>
          <ac:picMkLst>
            <pc:docMk/>
            <pc:sldMk cId="4225838086" sldId="262"/>
            <ac:picMk id="9" creationId="{39FAA12C-D22B-6967-CEE0-0D2EB44F6FB9}"/>
          </ac:picMkLst>
        </pc:picChg>
        <pc:picChg chg="del">
          <ac:chgData name="Thomas Jubb (Student)" userId="6178b7be-c2a7-4e8a-92aa-f721d397835c" providerId="ADAL" clId="{3878A266-45E2-4758-87B1-9A1DBC441FEE}" dt="2025-06-11T08:34:34.489" v="1139" actId="478"/>
          <ac:picMkLst>
            <pc:docMk/>
            <pc:sldMk cId="4225838086" sldId="262"/>
            <ac:picMk id="1030" creationId="{9A9363BF-5C09-FCC8-B086-60508B455296}"/>
          </ac:picMkLst>
        </pc:picChg>
        <pc:picChg chg="del">
          <ac:chgData name="Thomas Jubb (Student)" userId="6178b7be-c2a7-4e8a-92aa-f721d397835c" providerId="ADAL" clId="{3878A266-45E2-4758-87B1-9A1DBC441FEE}" dt="2025-06-11T08:34:35.004" v="1140" actId="478"/>
          <ac:picMkLst>
            <pc:docMk/>
            <pc:sldMk cId="4225838086" sldId="262"/>
            <ac:picMk id="1032" creationId="{8BCD349D-C0D3-2084-6950-007A90217774}"/>
          </ac:picMkLst>
        </pc:picChg>
      </pc:sldChg>
      <pc:sldChg chg="add del ord">
        <pc:chgData name="Thomas Jubb (Student)" userId="6178b7be-c2a7-4e8a-92aa-f721d397835c" providerId="ADAL" clId="{3878A266-45E2-4758-87B1-9A1DBC441FEE}" dt="2025-06-12T11:48:38.311" v="1365" actId="2696"/>
        <pc:sldMkLst>
          <pc:docMk/>
          <pc:sldMk cId="3243934639" sldId="263"/>
        </pc:sldMkLst>
      </pc:sldChg>
      <pc:sldChg chg="addSp delSp modSp add mod">
        <pc:chgData name="Thomas Jubb (Student)" userId="6178b7be-c2a7-4e8a-92aa-f721d397835c" providerId="ADAL" clId="{3878A266-45E2-4758-87B1-9A1DBC441FEE}" dt="2025-06-12T12:19:44.091" v="1395" actId="14100"/>
        <pc:sldMkLst>
          <pc:docMk/>
          <pc:sldMk cId="398489563" sldId="264"/>
        </pc:sldMkLst>
        <pc:spChg chg="mod">
          <ac:chgData name="Thomas Jubb (Student)" userId="6178b7be-c2a7-4e8a-92aa-f721d397835c" providerId="ADAL" clId="{3878A266-45E2-4758-87B1-9A1DBC441FEE}" dt="2025-06-11T08:37:23.513" v="1263" actId="20577"/>
          <ac:spMkLst>
            <pc:docMk/>
            <pc:sldMk cId="398489563" sldId="264"/>
            <ac:spMk id="6" creationId="{6F07EBB4-C6E2-0640-5999-6E8738110037}"/>
          </ac:spMkLst>
        </pc:spChg>
        <pc:picChg chg="add mod">
          <ac:chgData name="Thomas Jubb (Student)" userId="6178b7be-c2a7-4e8a-92aa-f721d397835c" providerId="ADAL" clId="{3878A266-45E2-4758-87B1-9A1DBC441FEE}" dt="2025-06-12T12:19:07.494" v="1388" actId="1076"/>
          <ac:picMkLst>
            <pc:docMk/>
            <pc:sldMk cId="398489563" sldId="264"/>
            <ac:picMk id="4" creationId="{9D116648-9D09-5312-95CC-ADC0FCB9B0AE}"/>
          </ac:picMkLst>
        </pc:picChg>
        <pc:picChg chg="add mod">
          <ac:chgData name="Thomas Jubb (Student)" userId="6178b7be-c2a7-4e8a-92aa-f721d397835c" providerId="ADAL" clId="{3878A266-45E2-4758-87B1-9A1DBC441FEE}" dt="2025-06-12T12:19:44.091" v="1395" actId="14100"/>
          <ac:picMkLst>
            <pc:docMk/>
            <pc:sldMk cId="398489563" sldId="264"/>
            <ac:picMk id="5" creationId="{3F8CE84A-891A-130C-66CE-DE807EA6F8BC}"/>
          </ac:picMkLst>
        </pc:picChg>
        <pc:picChg chg="del">
          <ac:chgData name="Thomas Jubb (Student)" userId="6178b7be-c2a7-4e8a-92aa-f721d397835c" providerId="ADAL" clId="{3878A266-45E2-4758-87B1-9A1DBC441FEE}" dt="2025-06-11T08:36:12.504" v="1157" actId="478"/>
          <ac:picMkLst>
            <pc:docMk/>
            <pc:sldMk cId="398489563" sldId="264"/>
            <ac:picMk id="5" creationId="{8CB2EAEA-E0B9-4982-E3AF-E953021413AA}"/>
          </ac:picMkLst>
        </pc:picChg>
      </pc:sldChg>
      <pc:sldChg chg="addSp delSp modSp add mod">
        <pc:chgData name="Thomas Jubb (Student)" userId="6178b7be-c2a7-4e8a-92aa-f721d397835c" providerId="ADAL" clId="{3878A266-45E2-4758-87B1-9A1DBC441FEE}" dt="2025-06-12T10:25:24.720" v="1323" actId="1076"/>
        <pc:sldMkLst>
          <pc:docMk/>
          <pc:sldMk cId="2128213059" sldId="265"/>
        </pc:sldMkLst>
        <pc:spChg chg="mod">
          <ac:chgData name="Thomas Jubb (Student)" userId="6178b7be-c2a7-4e8a-92aa-f721d397835c" providerId="ADAL" clId="{3878A266-45E2-4758-87B1-9A1DBC441FEE}" dt="2025-06-12T10:25:16.335" v="1319" actId="1076"/>
          <ac:spMkLst>
            <pc:docMk/>
            <pc:sldMk cId="2128213059" sldId="265"/>
            <ac:spMk id="6" creationId="{44373795-CBE4-49D2-74E1-710DDD2C6DAA}"/>
          </ac:spMkLst>
        </pc:spChg>
        <pc:picChg chg="add mod">
          <ac:chgData name="Thomas Jubb (Student)" userId="6178b7be-c2a7-4e8a-92aa-f721d397835c" providerId="ADAL" clId="{3878A266-45E2-4758-87B1-9A1DBC441FEE}" dt="2025-06-12T10:25:24.720" v="1323" actId="1076"/>
          <ac:picMkLst>
            <pc:docMk/>
            <pc:sldMk cId="2128213059" sldId="265"/>
            <ac:picMk id="4" creationId="{353590A4-1E6C-E6BA-1634-F9C6A4E1E588}"/>
          </ac:picMkLst>
        </pc:picChg>
        <pc:picChg chg="del">
          <ac:chgData name="Thomas Jubb (Student)" userId="6178b7be-c2a7-4e8a-92aa-f721d397835c" providerId="ADAL" clId="{3878A266-45E2-4758-87B1-9A1DBC441FEE}" dt="2025-06-11T08:37:53.336" v="1266" actId="478"/>
          <ac:picMkLst>
            <pc:docMk/>
            <pc:sldMk cId="2128213059" sldId="265"/>
            <ac:picMk id="4" creationId="{78999C48-45C5-1914-B6A2-966733A4A446}"/>
          </ac:picMkLst>
        </pc:picChg>
        <pc:picChg chg="add mod">
          <ac:chgData name="Thomas Jubb (Student)" userId="6178b7be-c2a7-4e8a-92aa-f721d397835c" providerId="ADAL" clId="{3878A266-45E2-4758-87B1-9A1DBC441FEE}" dt="2025-06-12T10:25:20.912" v="1321" actId="1076"/>
          <ac:picMkLst>
            <pc:docMk/>
            <pc:sldMk cId="2128213059" sldId="265"/>
            <ac:picMk id="5" creationId="{F351D11F-A0CF-1784-C366-51F09940AA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53D917-7FFA-4EF6-B1AF-837C0A0680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9B0EC-F558-4E16-8FD4-A713879F63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7963B-32F2-4C26-8F9B-B6042532C57C}" type="datetime1">
              <a:rPr lang="en-GB" smtClean="0"/>
              <a:t>12/06/2025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03A8D-5E14-4BBC-AC44-EF21E6701E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7F2BE-38B7-4D3C-A1EB-2472A11E9B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95325-AA0C-4243-957D-58023EE2BF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1095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51D54-B434-4561-8B56-E299293BA178}" type="datetime1">
              <a:rPr lang="en-GB" smtClean="0"/>
              <a:t>12/06/2025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F9531-3326-4057-9EBA-1F5D68C6F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25694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B9213-ED9E-4170-B9B7-F38FA6BB1E6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BB5C60-1808-4DF7-95A9-FD8FA6AC048B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3F3CE-79E5-4AAC-B02C-616B3D5333C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F7029A5-ABD7-4740-A29F-732AF80BE272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9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624D-BC1E-A2D9-B513-38379A021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EB223-5172-FE22-5A0B-FE1232C48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D6773-BD26-F7A3-DEF1-A939AE130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6C164-D99F-3D5E-EE68-7FC843E42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47971-F371-24BA-91AC-FF05774940F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FE19EE-5BA5-4FC4-B95F-4E3E3C245AC1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425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187C-4BC4-BA2E-8736-877F8D50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2B868-D7F3-336E-E62A-8E977DC28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35776-EC80-5315-3DC1-09AC4D3A7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E8700-E36D-9CA2-C89D-0B5428A22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FCD33-1210-A480-D521-309F1B5471A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FE19EE-5BA5-4FC4-B95F-4E3E3C245AC1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34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02FB-2380-A7B3-3556-BB86D020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96F59-92FE-91A2-8E79-E1EC2303C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6E5C5-702B-0956-931A-725C04C3B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64F87-0021-5BD5-032C-71942CA4A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8A47A-9906-2A77-E49D-41EA03C432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FE19EE-5BA5-4FC4-B95F-4E3E3C245AC1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56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3A4-3BBA-1A44-7B23-84502A57A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6D75C-C5C7-448E-6DEC-6938C5853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F7AD3-B3B6-632F-676E-205B25494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2BA71-C3AC-561C-FD6B-1AEFF11BD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88AF1-6C8C-9795-7CB7-E1D9EC2B000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FE19EE-5BA5-4FC4-B95F-4E3E3C245AC1}" type="datetime1">
              <a:rPr lang="en-GB" smtClean="0"/>
              <a:t>12/06/2025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2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2735262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Your name</a:t>
            </a:r>
          </a:p>
          <a:p>
            <a:pPr lvl="0"/>
            <a:r>
              <a:rPr lang="en-US" dirty="0"/>
              <a:t>Teacher’s name</a:t>
            </a:r>
          </a:p>
          <a:p>
            <a:pPr lvl="0"/>
            <a:r>
              <a:rPr lang="en-US" dirty="0"/>
              <a:t>School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12087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PROJECT OVERVIEW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5222D5C-13B5-45BB-9749-CD2A06E863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0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182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ear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RESEARCH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287BCA3F-9EE5-4C8F-A070-1E38715B00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41013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290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d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PROCEDURE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94149598-B48E-4B55-976A-D24F96208A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41013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219114E-5ECA-4366-8381-58F6FA247A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0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444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/Observ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DATA/ OBSERVATIONS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61C4FC2-0C19-4353-8988-7DF7365801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41013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1058464-D459-4155-A53D-FFB15AE5C1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0" y="1628775"/>
            <a:ext cx="5614987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131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CONCLUSIONS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780D337-5125-4C9C-9B06-8B3F72A159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0" y="1628775"/>
            <a:ext cx="11520000" cy="4535488"/>
          </a:xfrm>
        </p:spPr>
        <p:txBody>
          <a:bodyPr>
            <a:normAutofit/>
          </a:bodyPr>
          <a:lstStyle>
            <a:lvl1pPr marL="0" indent="0">
              <a:buNone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711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s ci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3B65BC-ED1F-4E11-8CD2-27879C134D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6000" y="261000"/>
            <a:ext cx="11520000" cy="12240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3"/>
                </a:solidFill>
                <a:latin typeface="+mj-lt"/>
                <a:cs typeface="Arial Nova Cond" panose="020B0604020202020204" pitchFamily="34" charset="0"/>
              </a:defRPr>
            </a:lvl1pPr>
          </a:lstStyle>
          <a:p>
            <a:r>
              <a:rPr lang="en-US" dirty="0"/>
              <a:t>Works Cited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C31EA982-5E0F-408B-B3DC-45CB263529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6000" y="1628775"/>
            <a:ext cx="11520000" cy="4535488"/>
          </a:xfrm>
        </p:spPr>
        <p:txBody>
          <a:bodyPr>
            <a:normAutofit/>
          </a:bodyPr>
          <a:lstStyle>
            <a:lvl1pPr marL="288000" indent="-288000">
              <a:buFont typeface="Arial" panose="020B0604020202020204" pitchFamily="34" charset="0"/>
              <a:buChar char="•"/>
              <a:defRPr sz="3000"/>
            </a:lvl1pPr>
            <a:lvl2pPr marL="457200" indent="0">
              <a:buNone/>
              <a:defRPr sz="3000"/>
            </a:lvl2pPr>
            <a:lvl3pPr marL="914400" indent="0">
              <a:buNone/>
              <a:defRPr sz="3000"/>
            </a:lvl3pPr>
            <a:lvl4pPr marL="1371600" indent="0">
              <a:buNone/>
              <a:defRPr sz="3000"/>
            </a:lvl4pPr>
            <a:lvl5pPr marL="1828800" indent="0">
              <a:buNone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338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C925-8B44-44C6-A649-F0FB17E738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261000"/>
            <a:ext cx="11520000" cy="12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80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9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4CD960-83A7-46AA-B9DF-F84C11AFF3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1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-50000"/>
                      </a14:imgEffect>
                      <a14:imgEffect>
                        <a14:saturation sat="0"/>
                      </a14:imgEffect>
                      <a14:imgEffect>
                        <a14:brightnessContrast contrast="-1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9A825-7557-4500-8CCD-1373C95F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000"/>
            <a:ext cx="11520000" cy="1224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4F931-B635-4B85-BE10-74008338E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00" y="1629000"/>
            <a:ext cx="11520000" cy="453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AE95C-FC17-478C-AA9E-710213A4F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07D7D-AC78-4ECB-902F-C21F08816052}" type="datetime1">
              <a:rPr lang="en-GB" smtClean="0"/>
              <a:t>12/06/2025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4E31F-5B11-490E-AD3F-BE92E0F2D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DD7FA-F9F4-4DC4-9791-ACD495680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7781-12D9-4CDB-9AAE-83636CBD66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24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54" r:id="rId8"/>
    <p:sldLayoutId id="2147483655" r:id="rId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MMA League Table</a:t>
            </a:r>
          </a:p>
        </p:txBody>
      </p:sp>
      <p:sp>
        <p:nvSpPr>
          <p:cNvPr id="23" name="Author's contact details">
            <a:extLst>
              <a:ext uri="{FF2B5EF4-FFF2-40B4-BE49-F238E27FC236}">
                <a16:creationId xmlns:a16="http://schemas.microsoft.com/office/drawing/2014/main" id="{F43A3CE6-1060-4EEC-AB5A-19160A9BEE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Thomas Jubb</a:t>
            </a:r>
            <a:endParaRPr lang="en-US" sz="2400" dirty="0"/>
          </a:p>
        </p:txBody>
      </p:sp>
      <p:pic>
        <p:nvPicPr>
          <p:cNvPr id="1026" name="Picture 2" descr="Photo | The UFC misspelled Charles Oliveira on new lightweight title ...">
            <a:extLst>
              <a:ext uri="{FF2B5EF4-FFF2-40B4-BE49-F238E27FC236}">
                <a16:creationId xmlns:a16="http://schemas.microsoft.com/office/drawing/2014/main" id="{DF3B8899-350B-C168-C7B1-BF51A4ED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2435787"/>
            <a:ext cx="66294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29EA470-9264-443A-A06E-FDFF0B05D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44864"/>
            <a:ext cx="11520000" cy="1224000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9BE696AB-88A2-44DD-A501-53A9C037D0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 rot="10800000" flipH="1" flipV="1">
            <a:off x="8486812" y="1070438"/>
            <a:ext cx="1585173" cy="136919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Deck description Background Rectangle" descr="Background color for the &quot;about the deck&quot; sections" title="background rectangle">
            <a:extLst>
              <a:ext uri="{FF2B5EF4-FFF2-40B4-BE49-F238E27FC236}">
                <a16:creationId xmlns:a16="http://schemas.microsoft.com/office/drawing/2014/main" id="{B0035708-F243-4220-829E-410C6EF1FB6A}"/>
              </a:ext>
            </a:extLst>
          </p:cNvPr>
          <p:cNvSpPr/>
          <p:nvPr/>
        </p:nvSpPr>
        <p:spPr>
          <a:xfrm>
            <a:off x="9964" y="1340769"/>
            <a:ext cx="6096000" cy="5517232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Deck description">
            <a:extLst>
              <a:ext uri="{FF2B5EF4-FFF2-40B4-BE49-F238E27FC236}">
                <a16:creationId xmlns:a16="http://schemas.microsoft.com/office/drawing/2014/main" id="{0337D7D5-6958-4BAB-A4C4-0671891AEF10}"/>
              </a:ext>
            </a:extLst>
          </p:cNvPr>
          <p:cNvSpPr txBox="1">
            <a:spLocks/>
          </p:cNvSpPr>
          <p:nvPr/>
        </p:nvSpPr>
        <p:spPr>
          <a:xfrm>
            <a:off x="19928" y="1340769"/>
            <a:ext cx="6076072" cy="61960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/>
              <a:t>*Tables for Mixed Martial Arts can be biased due to marketing or favouritism.</a:t>
            </a:r>
          </a:p>
          <a:p>
            <a:r>
              <a:rPr lang="en-GB" sz="3200" dirty="0"/>
              <a:t>*It’s very time consuming to calculate the odds manually of a matchup.</a:t>
            </a:r>
          </a:p>
          <a:p>
            <a:r>
              <a:rPr lang="en-GB" sz="3200" dirty="0"/>
              <a:t>*It’s hard to figure out what matchups are good to look forward to</a:t>
            </a:r>
          </a:p>
          <a:p>
            <a:endParaRPr lang="en-GB" sz="2200" dirty="0"/>
          </a:p>
          <a:p>
            <a:endParaRPr lang="en-GB" sz="2200" dirty="0"/>
          </a:p>
        </p:txBody>
      </p:sp>
      <p:pic>
        <p:nvPicPr>
          <p:cNvPr id="1026" name="Picture 2" descr="Jon Jones Vs Tom Aspinall Negotiation Details Revealed">
            <a:extLst>
              <a:ext uri="{FF2B5EF4-FFF2-40B4-BE49-F238E27FC236}">
                <a16:creationId xmlns:a16="http://schemas.microsoft.com/office/drawing/2014/main" id="{DFCDC70C-2521-8F40-84AE-FA2A34743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0" y="332656"/>
            <a:ext cx="4350576" cy="217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A3F267-590D-D723-66FA-25D661920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037" y="2542136"/>
            <a:ext cx="5423999" cy="155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9E3CE-18E8-EC48-E5B6-4ED7D189F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622" y="4152165"/>
            <a:ext cx="3570827" cy="242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935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3231-DE0E-1D01-C164-A861BA52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FEDA7CF1-E455-3623-F83C-4568C8F26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-243408"/>
            <a:ext cx="11520000" cy="1224000"/>
          </a:xfrm>
        </p:spPr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013CE66A-07E8-BBCB-52A7-E9F4D8C59D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344" y="836712"/>
            <a:ext cx="11797483" cy="2808312"/>
          </a:xfrm>
        </p:spPr>
        <p:txBody>
          <a:bodyPr/>
          <a:lstStyle/>
          <a:p>
            <a:r>
              <a:rPr lang="en-US" dirty="0"/>
              <a:t>*My program will:</a:t>
            </a:r>
          </a:p>
          <a:p>
            <a:r>
              <a:rPr lang="en-US" dirty="0"/>
              <a:t>- Have an admin panel to add fight data to a database</a:t>
            </a:r>
          </a:p>
          <a:p>
            <a:r>
              <a:rPr lang="en-US" dirty="0"/>
              <a:t>- Generate a pound for pound league table based off fight data</a:t>
            </a:r>
          </a:p>
          <a:p>
            <a:r>
              <a:rPr lang="en-US" dirty="0"/>
              <a:t>- This league table will be able to be sorted by nationality, discipline, weight class etc.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DF4FA-632D-F235-D231-6CD4EDA3C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66" y="3461003"/>
            <a:ext cx="4896544" cy="2560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F2BBA-EB95-2829-0F9D-BB53DF10F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753" y="3461002"/>
            <a:ext cx="6652600" cy="25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9902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C07BA-22FC-D357-A3E7-D4A23DE1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35CA16F4-040A-92CE-BE09-903A2F8CB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8374E044-E317-81F0-4007-3440FCB741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189" y="1628800"/>
            <a:ext cx="5700460" cy="5400600"/>
          </a:xfrm>
        </p:spPr>
        <p:txBody>
          <a:bodyPr/>
          <a:lstStyle/>
          <a:p>
            <a:r>
              <a:rPr lang="en-US" sz="4400" dirty="0"/>
              <a:t>Show the statistics of individual fighters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69DBD6-4180-48A6-B24A-3650D8EF2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04" y="1122966"/>
            <a:ext cx="5235563" cy="5038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AA12C-D22B-6967-CEE0-0D2EB44F6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33" y="3140968"/>
            <a:ext cx="6592584" cy="263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3808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B49E-CB3C-6EBD-A04E-727B6278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2762747E-36C6-BF0F-08D5-A425D16C8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-243408"/>
            <a:ext cx="11520000" cy="1224000"/>
          </a:xfrm>
        </p:spPr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6F07EBB4-C6E2-0640-5999-6E87381100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344" y="836712"/>
            <a:ext cx="11797483" cy="2808312"/>
          </a:xfrm>
        </p:spPr>
        <p:txBody>
          <a:bodyPr/>
          <a:lstStyle/>
          <a:p>
            <a:r>
              <a:rPr lang="en-US" sz="6000" dirty="0"/>
              <a:t>Generate the best fights to watch out     for based on fighter context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16648-9D09-5312-95CC-ADC0FCB9B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00" y="3212976"/>
            <a:ext cx="5976664" cy="2352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8CE84A-891A-130C-66CE-DE807EA6F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01" y="3884888"/>
            <a:ext cx="5637663" cy="7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956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D3F35-893B-FDA2-13B6-D4EDFC9F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C7887FB-8383-BF29-385A-5A6ABBF3B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-243408"/>
            <a:ext cx="11520000" cy="1224000"/>
          </a:xfrm>
        </p:spPr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44373795-CBE4-49D2-74E1-710DDD2C6D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344" y="980728"/>
            <a:ext cx="11797483" cy="2808312"/>
          </a:xfrm>
        </p:spPr>
        <p:txBody>
          <a:bodyPr/>
          <a:lstStyle/>
          <a:p>
            <a:r>
              <a:rPr lang="en-US" sz="6000" dirty="0"/>
              <a:t>Simulate a matchup and output the odds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1D11F-A0CF-1784-C366-51F09940A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25" y="2564904"/>
            <a:ext cx="11881319" cy="421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590A4-1E6C-E6BA-1634-F9C6A4E1E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25" y="3068960"/>
            <a:ext cx="6038507" cy="372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13059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D8B1-ED43-4DA2-8DE1-F0D4689E0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61000"/>
            <a:ext cx="11520000" cy="863744"/>
          </a:xfrm>
        </p:spPr>
        <p:txBody>
          <a:bodyPr/>
          <a:lstStyle/>
          <a:p>
            <a:r>
              <a:rPr lang="en-GB" dirty="0"/>
              <a:t>The 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BA1B0-154D-F513-496D-E13A368DE27E}"/>
              </a:ext>
            </a:extLst>
          </p:cNvPr>
          <p:cNvSpPr txBox="1"/>
          <p:nvPr/>
        </p:nvSpPr>
        <p:spPr>
          <a:xfrm>
            <a:off x="229769" y="1628800"/>
            <a:ext cx="115932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400" dirty="0"/>
              <a:t>*There are a few limitations to my idea:</a:t>
            </a:r>
          </a:p>
          <a:p>
            <a:r>
              <a:rPr lang="en-GB" sz="3400" dirty="0"/>
              <a:t>- Data input might be tedious</a:t>
            </a:r>
          </a:p>
          <a:p>
            <a:r>
              <a:rPr lang="en-GB" sz="3400" dirty="0"/>
              <a:t>- It’s hard to reliably calculate the odds to a fight</a:t>
            </a:r>
          </a:p>
          <a:p>
            <a:r>
              <a:rPr lang="en-GB" sz="3400" dirty="0"/>
              <a:t>- The league table doesn’t matter to what fights the organisation wants to make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602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AF99-A169-81F3-97FD-AD599330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708920"/>
            <a:ext cx="11520000" cy="1224000"/>
          </a:xfrm>
        </p:spPr>
        <p:txBody>
          <a:bodyPr>
            <a:noAutofit/>
          </a:bodyPr>
          <a:lstStyle/>
          <a:p>
            <a:pPr algn="ctr"/>
            <a:r>
              <a:rPr lang="en-GB" sz="9600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11716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666699"/>
      </a:hlink>
      <a:folHlink>
        <a:srgbClr val="666699"/>
      </a:folHlink>
    </a:clrScheme>
    <a:fontScheme name="Dino PPT">
      <a:majorFont>
        <a:latin typeface="Gill Sans MT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27138869_TF16411074.potx" id="{CEC04D53-8B1A-44CC-94CF-4EDB595AD0B7}" vid="{557EF289-AF2C-475B-8B67-BCCA8EA30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report presentation with dinosaur models</Template>
  <TotalTime>166</TotalTime>
  <Words>190</Words>
  <Application>Microsoft Office PowerPoint</Application>
  <PresentationFormat>Widescreen</PresentationFormat>
  <Paragraphs>36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MMA League Table</vt:lpstr>
      <vt:lpstr>The Problem</vt:lpstr>
      <vt:lpstr>The Solution</vt:lpstr>
      <vt:lpstr>The Solution</vt:lpstr>
      <vt:lpstr>The Solution</vt:lpstr>
      <vt:lpstr>The Solution</vt:lpstr>
      <vt:lpstr>The Limitations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Jubb (Student)</dc:creator>
  <cp:lastModifiedBy>Thomas Jubb (Student)</cp:lastModifiedBy>
  <cp:revision>2</cp:revision>
  <dcterms:created xsi:type="dcterms:W3CDTF">2025-06-10T11:02:44Z</dcterms:created>
  <dcterms:modified xsi:type="dcterms:W3CDTF">2025-06-12T13:36:27Z</dcterms:modified>
</cp:coreProperties>
</file>